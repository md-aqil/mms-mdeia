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1" r:id="rId2"/>
    <p:sldId id="294" r:id="rId3"/>
    <p:sldId id="270" r:id="rId4"/>
    <p:sldId id="295" r:id="rId5"/>
    <p:sldId id="296" r:id="rId6"/>
    <p:sldId id="293" r:id="rId7"/>
    <p:sldId id="300" r:id="rId8"/>
    <p:sldId id="299" r:id="rId9"/>
    <p:sldId id="301" r:id="rId10"/>
    <p:sldId id="274" r:id="rId11"/>
    <p:sldId id="297" r:id="rId12"/>
    <p:sldId id="29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5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B3C7-685E-4855-90D5-5E10DFA0CC62}" type="datetimeFigureOut">
              <a:rPr lang="en-IN" smtClean="0"/>
              <a:t>14-05-2024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D1712-6A20-4EC2-8C58-452619C805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784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B3C7-685E-4855-90D5-5E10DFA0CC62}" type="datetimeFigureOut">
              <a:rPr lang="en-IN" smtClean="0"/>
              <a:t>14-05-2024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D1712-6A20-4EC2-8C58-452619C805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817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B3C7-685E-4855-90D5-5E10DFA0CC62}" type="datetimeFigureOut">
              <a:rPr lang="en-IN" smtClean="0"/>
              <a:t>14-05-2024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D1712-6A20-4EC2-8C58-452619C805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811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B3C7-685E-4855-90D5-5E10DFA0CC62}" type="datetimeFigureOut">
              <a:rPr lang="en-IN" smtClean="0"/>
              <a:t>14-05-2024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D1712-6A20-4EC2-8C58-452619C805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921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B3C7-685E-4855-90D5-5E10DFA0CC62}" type="datetimeFigureOut">
              <a:rPr lang="en-IN" smtClean="0"/>
              <a:t>14-05-2024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D1712-6A20-4EC2-8C58-452619C805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432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B3C7-685E-4855-90D5-5E10DFA0CC62}" type="datetimeFigureOut">
              <a:rPr lang="en-IN" smtClean="0"/>
              <a:t>14-05-2024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D1712-6A20-4EC2-8C58-452619C805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47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B3C7-685E-4855-90D5-5E10DFA0CC62}" type="datetimeFigureOut">
              <a:rPr lang="en-IN" smtClean="0"/>
              <a:t>14-05-2024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D1712-6A20-4EC2-8C58-452619C805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243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B3C7-685E-4855-90D5-5E10DFA0CC62}" type="datetimeFigureOut">
              <a:rPr lang="en-IN" smtClean="0"/>
              <a:t>14-05-2024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D1712-6A20-4EC2-8C58-452619C805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30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B3C7-685E-4855-90D5-5E10DFA0CC62}" type="datetimeFigureOut">
              <a:rPr lang="en-IN" smtClean="0"/>
              <a:t>14-05-2024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D1712-6A20-4EC2-8C58-452619C805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802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B3C7-685E-4855-90D5-5E10DFA0CC62}" type="datetimeFigureOut">
              <a:rPr lang="en-IN" smtClean="0"/>
              <a:t>14-05-2024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D1712-6A20-4EC2-8C58-452619C805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464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B3C7-685E-4855-90D5-5E10DFA0CC62}" type="datetimeFigureOut">
              <a:rPr lang="en-IN" smtClean="0"/>
              <a:t>14-05-2024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D1712-6A20-4EC2-8C58-452619C805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165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3B3C7-685E-4855-90D5-5E10DFA0CC62}" type="datetimeFigureOut">
              <a:rPr lang="en-IN" smtClean="0"/>
              <a:t>14-05-2024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D1712-6A20-4EC2-8C58-452619C805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249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1D93767-5D36-B6B0-7DDD-08C2416B18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85"/>
          <a:stretch/>
        </p:blipFill>
        <p:spPr>
          <a:xfrm>
            <a:off x="0" y="0"/>
            <a:ext cx="9144000" cy="64886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9D18527-E0E5-5C93-2B5C-AACCD9252BAF}"/>
              </a:ext>
            </a:extLst>
          </p:cNvPr>
          <p:cNvSpPr txBox="1"/>
          <p:nvPr/>
        </p:nvSpPr>
        <p:spPr>
          <a:xfrm>
            <a:off x="1" y="6488668"/>
            <a:ext cx="91439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Mobile Van Branding</a:t>
            </a:r>
          </a:p>
        </p:txBody>
      </p:sp>
    </p:spTree>
    <p:extLst>
      <p:ext uri="{BB962C8B-B14F-4D97-AF65-F5344CB8AC3E}">
        <p14:creationId xmlns:p14="http://schemas.microsoft.com/office/powerpoint/2010/main" val="1630402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89249-7B24-62D4-B282-4BAD633AD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87D5A5C-EDAA-B99E-470D-3EB5C27B8B33}"/>
              </a:ext>
            </a:extLst>
          </p:cNvPr>
          <p:cNvSpPr txBox="1"/>
          <p:nvPr/>
        </p:nvSpPr>
        <p:spPr>
          <a:xfrm>
            <a:off x="1" y="6488668"/>
            <a:ext cx="91439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LED Van Branding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789CF6-045D-DAC3-3EEE-B1E4218309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200" b="35537"/>
          <a:stretch/>
        </p:blipFill>
        <p:spPr>
          <a:xfrm>
            <a:off x="12489" y="602107"/>
            <a:ext cx="9119021" cy="473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921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E37169-12D0-0357-3FD9-4A7A9752EC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215390-B597-79ED-8507-E480D5B8AC89}"/>
              </a:ext>
            </a:extLst>
          </p:cNvPr>
          <p:cNvSpPr txBox="1"/>
          <p:nvPr/>
        </p:nvSpPr>
        <p:spPr>
          <a:xfrm>
            <a:off x="1" y="6488668"/>
            <a:ext cx="91439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E-Rickshaw Branding</a:t>
            </a:r>
          </a:p>
        </p:txBody>
      </p:sp>
    </p:spTree>
    <p:extLst>
      <p:ext uri="{BB962C8B-B14F-4D97-AF65-F5344CB8AC3E}">
        <p14:creationId xmlns:p14="http://schemas.microsoft.com/office/powerpoint/2010/main" val="1402679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75D9B-722A-F681-FDFC-FC286CE30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AD5116-F86F-75AE-CF3D-CF3BED7F123C}"/>
              </a:ext>
            </a:extLst>
          </p:cNvPr>
          <p:cNvSpPr txBox="1"/>
          <p:nvPr/>
        </p:nvSpPr>
        <p:spPr>
          <a:xfrm>
            <a:off x="1" y="6488668"/>
            <a:ext cx="91439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Auto Hood Branding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6E3155-9D39-1351-EB49-ADA54DDFAE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338" y="0"/>
            <a:ext cx="4876411" cy="650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377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B0B03-E345-508F-8FEE-F0794E1BF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F1AC5C3-6E8F-D219-1A48-AE282ACB31BC}"/>
              </a:ext>
            </a:extLst>
          </p:cNvPr>
          <p:cNvSpPr txBox="1"/>
          <p:nvPr/>
        </p:nvSpPr>
        <p:spPr>
          <a:xfrm>
            <a:off x="1" y="6488668"/>
            <a:ext cx="91439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Bus Branding</a:t>
            </a:r>
          </a:p>
        </p:txBody>
      </p:sp>
      <p:pic>
        <p:nvPicPr>
          <p:cNvPr id="3" name="Picture 3" descr="D:\001 . ROADWAYS-UPSTRC BUSES\CITY BUS\LUCKNOW\001 . ELECTRIC BUS\04. BLUE WORLD\1. UP- 32 LN  9502 (4).jpeg">
            <a:extLst>
              <a:ext uri="{FF2B5EF4-FFF2-40B4-BE49-F238E27FC236}">
                <a16:creationId xmlns:a16="http://schemas.microsoft.com/office/drawing/2014/main" id="{63C069EB-54C0-439F-6909-C72A272C9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4893"/>
            <a:ext cx="9148293" cy="444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9811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A9006-4228-6C31-A966-E24F700FB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73AF408-2A59-02D9-6E13-77728E5FDAF5}"/>
              </a:ext>
            </a:extLst>
          </p:cNvPr>
          <p:cNvSpPr txBox="1"/>
          <p:nvPr/>
        </p:nvSpPr>
        <p:spPr>
          <a:xfrm>
            <a:off x="1" y="6488668"/>
            <a:ext cx="91439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Mall Branding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1578B5-F007-DBA2-2167-5009437BF8B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40" r="15816" b="-1"/>
          <a:stretch/>
        </p:blipFill>
        <p:spPr>
          <a:xfrm>
            <a:off x="0" y="149289"/>
            <a:ext cx="9171200" cy="614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073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ECA7C-BD2E-396F-FEDC-CD7DB6868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1D318B5-0F87-3933-1786-D5553F3811A0}"/>
              </a:ext>
            </a:extLst>
          </p:cNvPr>
          <p:cNvSpPr txBox="1"/>
          <p:nvPr/>
        </p:nvSpPr>
        <p:spPr>
          <a:xfrm>
            <a:off x="1" y="6488668"/>
            <a:ext cx="91439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Canopy Branding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35D339-55A7-5AF9-0098-EB08A7AAD8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6"/>
          <a:stretch/>
        </p:blipFill>
        <p:spPr>
          <a:xfrm>
            <a:off x="0" y="0"/>
            <a:ext cx="9144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92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45AB8-493D-31EE-3226-48BF19258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47FF8F5-1175-C7B4-BAC6-B4631200D2EF}"/>
              </a:ext>
            </a:extLst>
          </p:cNvPr>
          <p:cNvSpPr txBox="1"/>
          <p:nvPr/>
        </p:nvSpPr>
        <p:spPr>
          <a:xfrm>
            <a:off x="1" y="6488668"/>
            <a:ext cx="91439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Wall Wrap Branding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6680B4-4009-573A-6D9E-336C27925D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85"/>
          <a:stretch/>
        </p:blipFill>
        <p:spPr>
          <a:xfrm>
            <a:off x="0" y="0"/>
            <a:ext cx="9144000" cy="648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510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C34E8-4C59-6C4C-C50E-26F11F940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C2A27FA-BD5F-0869-3026-C8F2D0242D05}"/>
              </a:ext>
            </a:extLst>
          </p:cNvPr>
          <p:cNvSpPr txBox="1"/>
          <p:nvPr/>
        </p:nvSpPr>
        <p:spPr>
          <a:xfrm>
            <a:off x="0" y="6391469"/>
            <a:ext cx="920931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dirty="0" err="1"/>
              <a:t>Sunpack</a:t>
            </a:r>
            <a:r>
              <a:rPr lang="en-IN" sz="2400" dirty="0"/>
              <a:t> Branding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CCFDE4-6C76-B327-9E25-7CFBBEE7B4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82"/>
          <a:stretch/>
        </p:blipFill>
        <p:spPr>
          <a:xfrm>
            <a:off x="1866123" y="-27228"/>
            <a:ext cx="5716166" cy="6418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569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C7570-FA18-C40C-5559-B75336ED3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FABA837-A96E-A92E-BA36-264ABFE96C4D}"/>
              </a:ext>
            </a:extLst>
          </p:cNvPr>
          <p:cNvSpPr txBox="1"/>
          <p:nvPr/>
        </p:nvSpPr>
        <p:spPr>
          <a:xfrm>
            <a:off x="0" y="6391469"/>
            <a:ext cx="920931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Pole Kiosk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2A2469-84A5-ECCC-5779-CBF85DA885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03"/>
          <a:stretch/>
        </p:blipFill>
        <p:spPr>
          <a:xfrm>
            <a:off x="0" y="0"/>
            <a:ext cx="9144000" cy="639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820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ED5CE-9D50-6354-295B-6DB85EB08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989E03-AE6B-9774-905F-D47949C6F4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796" t="25601" r="25000" b="9456"/>
          <a:stretch/>
        </p:blipFill>
        <p:spPr>
          <a:xfrm>
            <a:off x="0" y="-1"/>
            <a:ext cx="9144000" cy="66535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331F4B-B841-D605-E6E1-C4C42F0DCA4D}"/>
              </a:ext>
            </a:extLst>
          </p:cNvPr>
          <p:cNvSpPr txBox="1"/>
          <p:nvPr/>
        </p:nvSpPr>
        <p:spPr>
          <a:xfrm>
            <a:off x="1" y="6488668"/>
            <a:ext cx="91439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Radio Advertisement</a:t>
            </a:r>
          </a:p>
        </p:txBody>
      </p:sp>
    </p:spTree>
    <p:extLst>
      <p:ext uri="{BB962C8B-B14F-4D97-AF65-F5344CB8AC3E}">
        <p14:creationId xmlns:p14="http://schemas.microsoft.com/office/powerpoint/2010/main" val="4147871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AFEC0-F8A1-B0BF-153B-BFA73087E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F997E5A-BB92-F033-0782-F39FEEE06523}"/>
              </a:ext>
            </a:extLst>
          </p:cNvPr>
          <p:cNvSpPr txBox="1"/>
          <p:nvPr/>
        </p:nvSpPr>
        <p:spPr>
          <a:xfrm>
            <a:off x="1" y="6488668"/>
            <a:ext cx="91439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Newspaper &amp; TV Advertisement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6526D7-7DEE-596C-9C39-19F3A089E2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000" t="26145" r="25612" b="11089"/>
          <a:stretch/>
        </p:blipFill>
        <p:spPr>
          <a:xfrm>
            <a:off x="-1" y="-1"/>
            <a:ext cx="9143999" cy="653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249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73</TotalTime>
  <Words>30</Words>
  <Application>Microsoft Office PowerPoint</Application>
  <PresentationFormat>On-screen Show (4:3)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Magnificence Media</dc:creator>
  <cp:lastModifiedBy>Magnificence Media</cp:lastModifiedBy>
  <cp:revision>3</cp:revision>
  <dcterms:created xsi:type="dcterms:W3CDTF">2024-02-14T06:37:31Z</dcterms:created>
  <dcterms:modified xsi:type="dcterms:W3CDTF">2024-05-14T06:08:02Z</dcterms:modified>
</cp:coreProperties>
</file>